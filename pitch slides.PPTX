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4" d="100"/>
          <a:sy n="154" d="100"/>
        </p:scale>
        <p:origin x="276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4477FC-BF24-776C-E770-E1889E3E1F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5F2258-BF8F-CD5F-DDEF-A9F3E7E6463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930A0D-E801-6A72-8687-F4FEFE6123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8DA654-3782-7368-DA75-F60EE97B6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61B70C-7F09-662D-8AEC-41C03EBB91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8309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A234B-02BF-FF05-29D7-3E8CF7D44A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D225D1-4BF2-FB72-7033-8F5C09CDA3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3AE559-7B37-2F9C-5998-D6CCC2060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7BA92F-6D3E-5ABA-99DA-535B58632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A1D77B-C9C6-8CC3-6166-D0F050520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891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07707-7249-D293-CCC9-7BDB7ACAC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CCDFB5-8395-D3CE-1AA3-09B7C768D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D015B-A734-0737-C610-F7C407D92A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514EFE-51BA-64F4-D42F-00FADD9527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55694A-594E-CE8B-E889-AD45C2488D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196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274AE-6BBD-163D-C68F-4BD42B4D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43E4F4-E7DB-5BF4-C12F-C3D7FB9157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2F2E19-1907-22F5-1416-FADE9274A2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DF5A3E-1CFB-CB36-680B-194221AF4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0F9096-8C86-E5BF-D7EF-EFEEE1F4D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F362D8-E30A-2C2B-734A-857675493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292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3497BC-9ADA-E873-2326-68671E1556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852204-2DAA-AEA5-7F40-A8197D117D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FB19AA-D0DD-6757-4649-6AA6BD185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93F07A6-4212-F678-B74C-6FE279D083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496BAA2-5BBB-8586-1648-B12D896C59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B5AEEF-4759-4930-8677-3D14F4828E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F2FB352-9CCE-C682-BA8F-B59CEB76D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719C3F-78B0-2C87-680A-DC9DA214AF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9766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841B0C-337D-E638-6250-D6239040B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3C37357-FE1F-5A56-C0C3-EDA15B9964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3317A13-BD23-B729-35C0-B50D46000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D304DA-2012-1AB5-FE7F-E8CB56823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3932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892DC20-2DC8-A13D-5084-A74DB0C12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6FDF30-28E9-844A-3B3E-71E5B5E30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05AD30-B63E-CC0B-D943-846B8129F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8445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373FA-9DA4-2C6E-2C81-201718A96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D2725E-774F-92F8-975B-CA3E84B30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C3B6BD-B205-B414-0E80-AE99274452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8A6375-9F8D-AE2B-38AD-94DFA9AB40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C4735C-9403-A6DA-47E5-D8C46A640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0A51E2-33A6-4A4A-1015-176B58B6E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4813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FC27A-3D90-6397-BEF0-81656597D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E8CA70-44F9-08EC-5F1E-942F5617E44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4E38D4-A689-F540-7378-CDF11A4B33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111C96-FB76-64F4-585E-7570688030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E1CB4A-8A93-93FC-E73E-91875E9CB5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0C641A-154A-860A-6B4E-9EE20330D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5258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345D9-E621-3937-8416-6A81722C4F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27FB562-30A7-FBC6-6453-3767CF9DAA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38488A-7E38-BD0D-40F2-C373F58DC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4DBAD-0618-7643-73A4-9395AA445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BEA03D-5504-81C5-E927-4DA4B5A6C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3541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E429775-0BB2-2BF3-F618-6CEAF7186B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66F630-E434-E445-2ECC-537D8F4989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D8841-253D-77DA-62F4-5655B329E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107817-095F-BAA3-2543-379F47E64C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49A57A-0D2E-D2D5-CC20-D36D850834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949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16D3FE-1348-36BB-8E1E-91A20BFFD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37C9F-7C97-C777-CCBE-81448DBE44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DC8282-3B72-EA9D-9A56-73C507C4CC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73CAB-4A2E-42F7-97F5-9897F8AE48EC}" type="datetimeFigureOut">
              <a:rPr lang="en-US" smtClean="0"/>
              <a:t>11/3/2023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51E63-FEB9-1CD4-78F5-FB7710CA248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66577A-B579-362B-1AEB-DA1A65679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6207C2-3ED8-4984-8B4C-77E6979BDF3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06553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29B84-5450-4749-C629-FADBD91764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IRIS Feature Engineering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77444B-5464-72B1-458B-8B0C5B70DFD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By Anthony and Bennett</a:t>
            </a:r>
          </a:p>
        </p:txBody>
      </p:sp>
    </p:spTree>
    <p:extLst>
      <p:ext uri="{BB962C8B-B14F-4D97-AF65-F5344CB8AC3E}">
        <p14:creationId xmlns:p14="http://schemas.microsoft.com/office/powerpoint/2010/main" val="1295042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72873-AE76-5797-6024-BFBE24EE29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IRIS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697E48-EC1B-1896-E941-AFA8AA90EC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Small (150 samples, 3 categories, 4 features)</a:t>
            </a:r>
          </a:p>
          <a:p>
            <a:pPr lvl="1"/>
            <a:r>
              <a:rPr lang="en-US" dirty="0"/>
              <a:t>Features are: Sepal Length, Sepal Width, Petal Length, Petal Width</a:t>
            </a:r>
          </a:p>
          <a:p>
            <a:r>
              <a:rPr lang="en-US" dirty="0"/>
              <a:t>One of the oldest classification datasets ever</a:t>
            </a:r>
          </a:p>
          <a:p>
            <a:r>
              <a:rPr lang="en-US" dirty="0"/>
              <a:t>Neural Nets have historically done well on it (97% acc)</a:t>
            </a:r>
          </a:p>
          <a:p>
            <a:r>
              <a:rPr lang="en-US" dirty="0"/>
              <a:t>Can we do as well with simpler methods (PCA, KNN, </a:t>
            </a:r>
            <a:r>
              <a:rPr lang="en-US" dirty="0" err="1"/>
              <a:t>etc</a:t>
            </a:r>
            <a:r>
              <a:rPr lang="en-US" dirty="0"/>
              <a:t>)?</a:t>
            </a:r>
          </a:p>
          <a:p>
            <a:r>
              <a:rPr lang="en-US" dirty="0"/>
              <a:t>Can we do better with Neural Nets?</a:t>
            </a:r>
          </a:p>
        </p:txBody>
      </p:sp>
    </p:spTree>
    <p:extLst>
      <p:ext uri="{BB962C8B-B14F-4D97-AF65-F5344CB8AC3E}">
        <p14:creationId xmlns:p14="http://schemas.microsoft.com/office/powerpoint/2010/main" val="1027303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F4335-C9A5-3A64-67F1-52FA16445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Plan: Feature Engineering/Data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8909C5-88BE-3F92-2E1D-E36D789D52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new features (Sepal Length * Sepal Width, squared data,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Possibly create new data (average values of two same-category data points)?</a:t>
            </a:r>
          </a:p>
          <a:p>
            <a:r>
              <a:rPr lang="en-US" dirty="0"/>
              <a:t>See if any of these improve performance of methods</a:t>
            </a:r>
          </a:p>
          <a:p>
            <a:r>
              <a:rPr lang="en-US" dirty="0"/>
              <a:t>There is also an Enhanced IRIS dataset with far more samples we can test against as well</a:t>
            </a:r>
          </a:p>
        </p:txBody>
      </p:sp>
    </p:spTree>
    <p:extLst>
      <p:ext uri="{BB962C8B-B14F-4D97-AF65-F5344CB8AC3E}">
        <p14:creationId xmlns:p14="http://schemas.microsoft.com/office/powerpoint/2010/main" val="2655459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94B9E-BD47-F4EC-05D5-FE1FC26CD5E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34E09C0-EF23-7DC8-6B29-91C2A0A001F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76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141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Calibri Light</vt:lpstr>
      <vt:lpstr>Office Theme</vt:lpstr>
      <vt:lpstr>IRIS Feature Engineering</vt:lpstr>
      <vt:lpstr>IRIS dataset</vt:lpstr>
      <vt:lpstr>Plan: Feature Engineering/Data Augmentation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IRIS Feature Engineering</dc:title>
  <dc:creator>Bennett Brain</dc:creator>
  <cp:lastModifiedBy>Bennett Brain</cp:lastModifiedBy>
  <cp:revision>1</cp:revision>
  <dcterms:created xsi:type="dcterms:W3CDTF">2023-11-03T16:20:39Z</dcterms:created>
  <dcterms:modified xsi:type="dcterms:W3CDTF">2023-11-03T16:24:48Z</dcterms:modified>
</cp:coreProperties>
</file>