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5CB8-DCD2-706F-29F0-95AFCA155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B05E2-8759-B5DD-F523-135E18DB7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D807-EA74-84B8-8CD8-1D1D66E7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7A6FE-FF38-A8DA-1687-B56A54ED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D09A-57D1-8DDD-83C0-FA58126B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8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5B7B-1BA1-F3C0-1B6C-E8B5954F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50BBE-5E78-C2F6-E1FD-18FBADD2F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1A66-5E1A-63A7-BDC2-C876D9C2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12CC3-08DD-22E4-DF6D-93CD9B0B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7C99-31C0-2C8E-0816-D8E2879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6F49-832B-1516-4E82-28E3ACC20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1B277-6548-E8C3-0C3D-4027D1AF8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C3589-89A6-928C-6CE5-7C20C110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DA6B6-075F-6262-8D0F-6136A05E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984E2-C0C3-7026-E07E-89D3B17E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0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CACC-89A2-CDF5-4B64-9CE46515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07B4-C03D-D69F-DADF-417250757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C59DB-ED50-E5B1-A0B7-55D2D9FCF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C0334-5735-F052-712A-114FBD91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D726E-7CC0-CFA9-A4D0-9A94425F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61DB6-DCBF-4BA8-2043-67E421ED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CA65-07A3-41CC-4599-3B0C9C8F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7C50C-9FE7-8F4F-37D4-ADE945FD0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6A604-A568-22F9-45AC-F88D3B9F1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74C54-816A-727B-9A3E-425CBCFE4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363E3-CD25-8996-1644-588420660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900EE-3AB1-9E63-BACF-8AAB03C5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21AFE-F84D-B8C2-44E9-D4376869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107B6D-3969-2CBB-8412-64B3F23D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6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4E1F-A4F5-17A5-8202-8012212F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EC629-6410-8935-F6C1-D2B21CFD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46413-D71C-54A4-D15E-99898C1C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AEB29-7A26-657B-9A0C-D3438109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8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F264B-27B9-639A-682C-3236C92B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AC580-9A7E-8B64-6354-E994C63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491F0-6A71-3CAE-0527-EDD1BDC5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AF64-4117-A6B8-E415-87463B640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A4C3-6AA5-EB81-0DA1-DAF8CFFDF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E4372-80F8-FABE-BE95-69CC4CBDA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A4BA9-E324-E3E8-EEDE-7522622B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60040-27DF-D64C-37E7-F482C41B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731C-0292-57E4-37E3-B5ED5C4C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9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3E41-9F2C-F38C-21DC-BA599543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30DF9-A773-984F-A3E5-D44BDB042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A7305-F2E5-4BA6-06FA-E1B58A8D9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CCEED-50F5-94EA-8A95-9BF2F700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BF394-9123-3563-5298-5986F786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5C964-0BFB-EF97-DE02-AFB16498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9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6BFD-0089-6428-3BD2-F87D20DE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B472D-C967-B859-79F0-9C63690B3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E4D47-2A6A-4C59-E41B-03DA2039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78E97-A4AC-CF5E-A926-B07BD382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AAF1C-0FF7-D306-14CB-245AB3910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0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02C6E-EBD3-E1CA-B0F0-03E6A9AF5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E85D-EEA0-5172-1887-B3C0A7E7E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3FDCE-D398-D493-77D5-F8313BDC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07C3-1E9C-3391-177C-62CFF089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FD19-5859-96A6-CD97-4C610620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1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FBAB-E244-E5D5-A7A2-9259EB3F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F54AF-8401-5595-DEA5-67368EE56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7F1BF-5A08-F31B-6D69-E2C7FBCAA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73CAB-4A2E-42F7-97F5-9897F8AE48EC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FA35D-0A76-A7C7-9E31-407085175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F9C78-C092-28F9-B612-9FC485A30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207C2-3ED8-4984-8B4C-77E6979BD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9B84-5450-4749-C629-FADBD9176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9" y="885433"/>
            <a:ext cx="10261602" cy="3022257"/>
          </a:xfrm>
          <a:effectLst/>
        </p:spPr>
        <p:txBody>
          <a:bodyPr anchor="b">
            <a:normAutofit/>
          </a:bodyPr>
          <a:lstStyle/>
          <a:p>
            <a:pPr algn="ctr"/>
            <a:r>
              <a:rPr lang="en-US" sz="7200">
                <a:solidFill>
                  <a:schemeClr val="tx1"/>
                </a:solidFill>
              </a:rPr>
              <a:t>IRIS 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7444B-5464-72B1-458B-8B0C5B70D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anchor="t">
            <a:normAutofit/>
          </a:bodyPr>
          <a:lstStyle/>
          <a:p>
            <a:pPr algn="ctr"/>
            <a:r>
              <a:rPr lang="en-US" sz="2000"/>
              <a:t>By Anthony and Bennett</a:t>
            </a:r>
          </a:p>
        </p:txBody>
      </p:sp>
    </p:spTree>
    <p:extLst>
      <p:ext uri="{BB962C8B-B14F-4D97-AF65-F5344CB8AC3E}">
        <p14:creationId xmlns:p14="http://schemas.microsoft.com/office/powerpoint/2010/main" val="129504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2873-AE76-5797-6024-BFBE24EE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7E48-EC1B-1896-E941-AFA8AA90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05495"/>
            <a:ext cx="6934200" cy="4351338"/>
          </a:xfrm>
        </p:spPr>
        <p:txBody>
          <a:bodyPr/>
          <a:lstStyle/>
          <a:p>
            <a:r>
              <a:rPr lang="en-US" dirty="0"/>
              <a:t>Small (150 samples, 3 categories, 4 features)</a:t>
            </a:r>
          </a:p>
          <a:p>
            <a:pPr lvl="1"/>
            <a:r>
              <a:rPr lang="en-US" dirty="0"/>
              <a:t>Features are: Sepal Length, Sepal Width, Petal Length, Petal Width</a:t>
            </a:r>
          </a:p>
          <a:p>
            <a:r>
              <a:rPr lang="en-US" dirty="0"/>
              <a:t>One of the oldest classification datasets ever</a:t>
            </a:r>
          </a:p>
          <a:p>
            <a:r>
              <a:rPr lang="en-US" dirty="0"/>
              <a:t>Neural Nets have historically done well on it (97% acc)</a:t>
            </a:r>
          </a:p>
          <a:p>
            <a:r>
              <a:rPr lang="en-US" dirty="0"/>
              <a:t>Can we do as well with simpler methods (PCA, KNN, </a:t>
            </a:r>
            <a:r>
              <a:rPr lang="en-US" dirty="0" err="1"/>
              <a:t>etc</a:t>
            </a:r>
            <a:r>
              <a:rPr lang="en-US" dirty="0"/>
              <a:t>)?</a:t>
            </a:r>
          </a:p>
          <a:p>
            <a:r>
              <a:rPr lang="en-US" dirty="0"/>
              <a:t>Can we do better with Neural Nets?</a:t>
            </a:r>
          </a:p>
        </p:txBody>
      </p:sp>
      <p:pic>
        <p:nvPicPr>
          <p:cNvPr id="1026" name="Picture 2" descr="IRIS Flowers Classification Using Machine Learning - Analytics Vidhya">
            <a:extLst>
              <a:ext uri="{FF2B5EF4-FFF2-40B4-BE49-F238E27FC236}">
                <a16:creationId xmlns:a16="http://schemas.microsoft.com/office/drawing/2014/main" id="{B4709FB5-5C71-4589-4F77-62351B6AE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037963"/>
            <a:ext cx="4845866" cy="21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0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4335-C9A5-3A64-67F1-52FA1644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Plan: Feature Engineering/Data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909C5-88BE-3F92-2E1D-E36D789D5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477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new features (Sepal Length * Sepal Width, squared data,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Possibly create new data (average values of two same-category data points)?</a:t>
            </a:r>
          </a:p>
          <a:p>
            <a:r>
              <a:rPr lang="en-US" dirty="0"/>
              <a:t>Dimensionality reduction/transformations (PCA, LDA, </a:t>
            </a:r>
            <a:r>
              <a:rPr lang="en-US" dirty="0" err="1"/>
              <a:t>tSNE</a:t>
            </a:r>
            <a:r>
              <a:rPr lang="en-US" dirty="0"/>
              <a:t>)</a:t>
            </a:r>
          </a:p>
          <a:p>
            <a:r>
              <a:rPr lang="en-US" dirty="0"/>
              <a:t>See if any of these improve performance of methods</a:t>
            </a:r>
          </a:p>
          <a:p>
            <a:r>
              <a:rPr lang="en-US" dirty="0"/>
              <a:t>There is also an Enhanced IRIS dataset with far more samples we can test against as well</a:t>
            </a:r>
          </a:p>
        </p:txBody>
      </p:sp>
      <p:pic>
        <p:nvPicPr>
          <p:cNvPr id="2050" name="Picture 2" descr="Iris flower data set - Wikipedia">
            <a:extLst>
              <a:ext uri="{FF2B5EF4-FFF2-40B4-BE49-F238E27FC236}">
                <a16:creationId xmlns:a16="http://schemas.microsoft.com/office/drawing/2014/main" id="{76EB35C1-1632-45D7-1213-980B0C570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973" y="1690688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45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4B9E-BD47-F4EC-05D5-FE1FC26CD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E09C0-EF23-7DC8-6B29-91C2A0A00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152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IRIS Feature Engineering</vt:lpstr>
      <vt:lpstr>IRIS dataset</vt:lpstr>
      <vt:lpstr>Plan: Feature Engineering/Data Augmentation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IRIS Feature Engineering</dc:title>
  <dc:creator>Bennett Brain</dc:creator>
  <cp:lastModifiedBy>Anthony Testa</cp:lastModifiedBy>
  <cp:revision>3</cp:revision>
  <dcterms:created xsi:type="dcterms:W3CDTF">2023-11-03T16:20:39Z</dcterms:created>
  <dcterms:modified xsi:type="dcterms:W3CDTF">2023-11-06T14:31:11Z</dcterms:modified>
</cp:coreProperties>
</file>